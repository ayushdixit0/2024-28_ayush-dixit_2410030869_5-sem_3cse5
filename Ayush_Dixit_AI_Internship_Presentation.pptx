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109728" cy="5212080"/>
          </a:xfrm>
          <a:prstGeom prst="rect">
            <a:avLst/>
          </a:prstGeom>
          <a:solidFill>
            <a:srgbClr val="27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ARTIFICIAL INTELLIGENCE</a:t>
            </a:r>
            <a:br/>
            <a:r>
              <a:t>INTERNSHIP</a:t>
            </a:r>
          </a:p>
          <a:p>
            <a:br/>
            <a:pPr>
              <a:defRPr sz="2400">
                <a:solidFill>
                  <a:srgbClr val="BED2EB"/>
                </a:solidFill>
              </a:defRPr>
            </a:pPr>
            <a:r>
              <a:t>Internship Presentation</a:t>
            </a:r>
          </a:p>
          <a:p>
            <a:br/>
            <a:pPr>
              <a:defRPr sz="2200" b="1">
                <a:solidFill>
                  <a:srgbClr val="FFFFFF"/>
                </a:solidFill>
              </a:defRPr>
            </a:pPr>
            <a:r>
              <a:t>Ayush Dixit</a:t>
            </a:r>
          </a:p>
          <a:p>
            <a:pPr>
              <a:defRPr sz="1600">
                <a:solidFill>
                  <a:srgbClr val="D2DCEB"/>
                </a:solidFill>
              </a:defRPr>
            </a:pPr>
            <a:r>
              <a:t>Artificial Intelligence Intern  |  Codec Technologies Pvt. Ltd.</a:t>
            </a:r>
          </a:p>
          <a:p>
            <a:pPr>
              <a:defRPr sz="1400">
                <a:solidFill>
                  <a:srgbClr val="BECDE1"/>
                </a:solidFill>
              </a:defRPr>
            </a:pPr>
            <a:r>
              <a:t>28 May 2026 – 29 August 2026  |  3 Month AICTE &amp; ICAC Approved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Internship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73351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Organization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Codec Technologies Pvt.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0876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73351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Role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Artificial Intelligence Intern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50876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1673351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Duration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3 Months • 28/05/2026 – 29/08/2026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333756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50215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Approval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AICTE &amp; ICAC Approved Internship Program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33756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0215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Program Manager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Dr. Anurag Shrivastava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Build practical understanding of Artificial Intelligence workflows.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Connect academic concepts with industry-oriented problem solving.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Strengthen skills in data preparation, model development and evaluation.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Practice structured experimentation, documentation and presentation.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Develop professional habits: version control, reproducibility and communication.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Artificial Intelligence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73351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1. Problem Definition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Understand the business or technical objective.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0876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73351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2. Data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Collect, inspect, clean and prepare relevant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73351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3. Modeling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Select an appropriate ML/AI approach and train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22191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4. Evaluation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Measure performance using suitable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65760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822191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5. Iteration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Analyze errors and improve the 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65760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822191"/>
            <a:ext cx="3063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6. Delivery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Document results and communicate the outcome.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Data Preparation &amp;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Understand dataset structure, variables, data types and missing values.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Clean inconsistent or duplicate records before modeling.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Explore distributions and relationships to identify useful patterns.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Transform features into a model-ready representation.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Keep preprocessing steps consistent between training and evaluation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Machine Learning 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Define the target variable and relevant input features.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Split data into training and testing sets to estimate generalization.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Choose baseline and candidate algorithms according to the problem.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Train models and tune important parameters where appropriate.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Compare alternatives using consistent evaluation procedures.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Model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3429000" cy="17373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81912"/>
            <a:ext cx="30632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Accuracy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Overall proportion of correct predictions.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429000" cy="17373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581912"/>
            <a:ext cx="30632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Precision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How many predicted positives are actually positive.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417320"/>
            <a:ext cx="3429000" cy="17373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581912"/>
            <a:ext cx="30632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Recall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How many actual positives are successfully identified.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3429000" cy="17373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22191"/>
            <a:ext cx="30632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F1 Score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Balance between precision and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657600"/>
            <a:ext cx="3429000" cy="17373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822191"/>
            <a:ext cx="30632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Confusion Matrix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Detailed view of correct and incorrect classes.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657600"/>
            <a:ext cx="3429000" cy="17373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822191"/>
            <a:ext cx="30632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Error Analysis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Study failure cases to guide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Python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Core programming language for AI/ML experimentation.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2763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NumPy / Pandas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Numerical computing and structured data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2763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Matplotlib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Visualization for exploratory analysis and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47472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63931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Scikit-learn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Common machine-learning algorithms and evaluation utilities.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3383280" cy="14173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639312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Git / GitHub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Version control, collaboration and project sharing.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Practical Learning &amp; 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Translated theoretical AI concepts into a structured practical workflow.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Focused on understanding why each preprocessing and modeling step is required.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Used evaluation results to reason about strengths, limitations and possible improvements.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Learned to present technical work clearly through organized documentation.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Developed a repeatable approach: prepare → train → evaluate → improve → document.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2120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81912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Data Quality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Challenge: incomplete or inconsistent data.</a:t>
            </a:r>
            <a:br/>
            <a:r>
              <a:t>Solution: systematic inspection and preprocessing.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2120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581912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Model Selection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Challenge: choosing an appropriate baseline.</a:t>
            </a:r>
            <a:br/>
            <a:r>
              <a:t>Solution: compare candidate approaches using the same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29000"/>
            <a:ext cx="52120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93592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Overfitting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Challenge: strong training results but weaker unseen-data performance.</a:t>
            </a:r>
            <a:br/>
            <a:r>
              <a:t>Solution: validation, regularization and careful feature/model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29000"/>
            <a:ext cx="521208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3593592"/>
            <a:ext cx="48463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5CA0"/>
                </a:solidFill>
              </a:defRPr>
            </a:pPr>
            <a:r>
              <a:t>Communication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Challenge: explaining technical results simply.</a:t>
            </a:r>
            <a:br/>
            <a:r>
              <a:t>Solution: structured visuals, metrics and concise conclusions.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Key Outcomes &amp; Skills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Artificial Intelligence and machine-learning workflow awareness.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Python-based data analysis and experimentation skills.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Understanding of model evaluation and error analysis.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Technical documentation and presentation skills.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Version-control and GitHub repository practices.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Improved analytical thinking and structured problem solving.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Professional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AI development is iterative: good results come from repeated measurement and improvement.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Data quality and preprocessing strongly influence model reliability.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Evaluation should reflect the actual problem rather than relying on one metric.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Clear documentation makes technical work easier to review, reproduce and extend.</a:t>
            </a:r>
          </a:p>
          <a:p>
            <a:pPr>
              <a:spcAft>
                <a:spcPts val="1200"/>
              </a:spcAft>
              <a:defRPr sz="1900" b="1">
                <a:solidFill>
                  <a:srgbClr val="232A34"/>
                </a:solidFill>
              </a:defRPr>
            </a:pPr>
            <a:r>
              <a:t>Industry learning complements academic knowledge by emphasizing practical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Internship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232A34"/>
                </a:solidFill>
              </a:defRPr>
            </a:pPr>
            <a:r>
              <a:t>Certificate awarded to Ayush Dixit for completing the internship program.</a:t>
            </a:r>
          </a:p>
          <a:p>
            <a:pPr>
              <a:spcAft>
                <a:spcPts val="1200"/>
              </a:spcAft>
              <a:defRPr sz="1700" b="1">
                <a:solidFill>
                  <a:srgbClr val="232A34"/>
                </a:solidFill>
              </a:defRPr>
            </a:pPr>
            <a:r>
              <a:t>Organization: Codec Technologies Pvt. Ltd.</a:t>
            </a:r>
          </a:p>
          <a:p>
            <a:pPr>
              <a:spcAft>
                <a:spcPts val="1200"/>
              </a:spcAft>
              <a:defRPr sz="1700" b="1">
                <a:solidFill>
                  <a:srgbClr val="232A34"/>
                </a:solidFill>
              </a:defRPr>
            </a:pPr>
            <a:r>
              <a:t>Role: Artificial Intelligence Intern.</a:t>
            </a:r>
          </a:p>
          <a:p>
            <a:pPr>
              <a:spcAft>
                <a:spcPts val="1200"/>
              </a:spcAft>
              <a:defRPr sz="1700" b="1">
                <a:solidFill>
                  <a:srgbClr val="232A34"/>
                </a:solidFill>
              </a:defRPr>
            </a:pPr>
            <a:r>
              <a:t>Program: 3 Month AICTE &amp; ICAC Approved internship.</a:t>
            </a:r>
          </a:p>
          <a:p>
            <a:pPr>
              <a:spcAft>
                <a:spcPts val="1200"/>
              </a:spcAft>
              <a:defRPr sz="1700" b="1">
                <a:solidFill>
                  <a:srgbClr val="232A34"/>
                </a:solidFill>
              </a:defRPr>
            </a:pPr>
            <a:r>
              <a:t>Conducted from 28/05/2026 to 29/08/2026.</a:t>
            </a:r>
          </a:p>
          <a:p>
            <a:pPr>
              <a:spcAft>
                <a:spcPts val="1200"/>
              </a:spcAft>
              <a:defRPr sz="1700" b="1">
                <a:solidFill>
                  <a:srgbClr val="232A34"/>
                </a:solidFill>
              </a:defRPr>
            </a:pPr>
            <a:r>
              <a:t>Program Manager: Dr. Anurag Shrivastava.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AI Internship Presentation  •  Ayush Dixit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br/>
            <a:pPr algn="ctr">
              <a:defRPr sz="2500">
                <a:solidFill>
                  <a:srgbClr val="FFFFFF"/>
                </a:solidFill>
              </a:defRPr>
            </a:pPr>
            <a:r>
              <a:t>Ayush Dixit</a:t>
            </a:r>
          </a:p>
          <a:p>
            <a:br/>
            <a:pPr algn="ctr">
              <a:defRPr sz="1800">
                <a:solidFill>
                  <a:srgbClr val="C3D7F0"/>
                </a:solidFill>
              </a:defRPr>
            </a:pPr>
            <a:r>
              <a:t>Artificial Intelligence Intern</a:t>
            </a:r>
          </a:p>
          <a:p>
            <a:br/>
            <a:pPr algn="ctr">
              <a:defRPr sz="1600">
                <a:solidFill>
                  <a:srgbClr val="C3D7F0"/>
                </a:solidFill>
              </a:defRPr>
            </a:pPr>
            <a:r>
              <a:t>Codec Technologies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